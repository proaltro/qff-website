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19"/>
  </p:notesMasterIdLst>
  <p:handoutMasterIdLst>
    <p:handoutMasterId r:id="rId20"/>
  </p:handoutMasterIdLst>
  <p:sldIdLst>
    <p:sldId id="535" r:id="rId2"/>
    <p:sldId id="615" r:id="rId3"/>
    <p:sldId id="620" r:id="rId4"/>
    <p:sldId id="405" r:id="rId5"/>
    <p:sldId id="621" r:id="rId6"/>
    <p:sldId id="619" r:id="rId7"/>
    <p:sldId id="408" r:id="rId8"/>
    <p:sldId id="616" r:id="rId9"/>
    <p:sldId id="410" r:id="rId10"/>
    <p:sldId id="411" r:id="rId11"/>
    <p:sldId id="426" r:id="rId12"/>
    <p:sldId id="425" r:id="rId13"/>
    <p:sldId id="482" r:id="rId14"/>
    <p:sldId id="421" r:id="rId15"/>
    <p:sldId id="470" r:id="rId16"/>
    <p:sldId id="439" r:id="rId17"/>
    <p:sldId id="523" r:id="rId18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Options" id="{161364A9-2106-084F-BFD9-DE7ABBB6242C}">
          <p14:sldIdLst>
            <p14:sldId id="535"/>
            <p14:sldId id="615"/>
            <p14:sldId id="620"/>
          </p14:sldIdLst>
        </p14:section>
        <p14:section name="Template slides" id="{4700659D-582D-3B47-8AF6-59C9324AA29A}">
          <p14:sldIdLst>
            <p14:sldId id="405"/>
            <p14:sldId id="621"/>
            <p14:sldId id="619"/>
            <p14:sldId id="408"/>
            <p14:sldId id="616"/>
            <p14:sldId id="410"/>
            <p14:sldId id="411"/>
            <p14:sldId id="426"/>
            <p14:sldId id="425"/>
            <p14:sldId id="482"/>
            <p14:sldId id="421"/>
            <p14:sldId id="470"/>
            <p14:sldId id="439"/>
          </p14:sldIdLst>
        </p14:section>
        <p14:section name="Selected Pictograms" id="{A71DFE44-60A9-FA4A-8A00-EEDEE7195C5C}">
          <p14:sldIdLst>
            <p14:sldId id="52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7077"/>
    <a:srgbClr val="FF7EB6"/>
    <a:srgbClr val="BE95FF"/>
    <a:srgbClr val="21272A"/>
    <a:srgbClr val="1216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24"/>
    <p:restoredTop sz="96327"/>
  </p:normalViewPr>
  <p:slideViewPr>
    <p:cSldViewPr snapToGrid="0" snapToObjects="1">
      <p:cViewPr>
        <p:scale>
          <a:sx n="59" d="100"/>
          <a:sy n="59" d="100"/>
        </p:scale>
        <p:origin x="1192" y="400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717028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D9F9E-6697-27DE-E6AC-A075E48A8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313D8-11A3-67FF-7F95-37CD7B88D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1BA85-3A33-EC24-4D7A-C3393C058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0B797-BB2B-A09A-84AD-26FB6D38A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0B931-B516-2C8E-CC59-3229E846DA0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780912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418172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522138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088989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04215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996005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2001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6288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/>
          <a:lstStyle>
            <a:lvl1pPr>
              <a:lnSpc>
                <a:spcPct val="100000"/>
              </a:lnSpc>
              <a:defRPr sz="8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45735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72" y="12463272"/>
            <a:ext cx="11050588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0101072" cy="10479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0099675" cy="9337675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5" y="569913"/>
            <a:ext cx="4949825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420624"/>
            <a:ext cx="17141825" cy="8191500"/>
          </a:xfrm>
        </p:spPr>
        <p:txBody>
          <a:bodyPr/>
          <a:lstStyle>
            <a:lvl1pPr>
              <a:defRPr sz="172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9909175" cy="28590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448056"/>
            <a:ext cx="11042073" cy="8574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20624"/>
            <a:ext cx="14662150" cy="9717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576072"/>
            <a:ext cx="7623175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" y="9299448"/>
            <a:ext cx="11050588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12193587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7620000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3500" y="9296400"/>
            <a:ext cx="11049000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29768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8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426481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429654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675" y="402336"/>
            <a:ext cx="4949825" cy="5335588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40233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675" y="6477000"/>
            <a:ext cx="4949825" cy="5334000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477000"/>
            <a:ext cx="11049000" cy="533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11480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000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187952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4381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8191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8403336"/>
            <a:ext cx="4951411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572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437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429000"/>
            <a:ext cx="0" cy="8572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4000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76353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429000"/>
            <a:ext cx="494212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1" y="3429000"/>
            <a:ext cx="4952999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5976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100996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45825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3000" cy="4573587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6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6" cy="4573587"/>
          </a:xfrm>
        </p:spPr>
        <p:txBody>
          <a:bodyPr rIns="0"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585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3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12188952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638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3638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0A530A6-2F26-DA70-D0D9-6DD90453CE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1141412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682496"/>
            <a:ext cx="5715000" cy="2276856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5024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 rIns="457200"/>
          <a:lstStyle>
            <a:lvl1pPr>
              <a:lnSpc>
                <a:spcPct val="11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69913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69913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976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69151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id="{B5CBE6E3-0E18-8A57-578D-D314948AF1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333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52FF3B59-8BBA-8C99-9D4D-743723E434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id="{47200B05-7E36-4E03-3739-0BA9837646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0" y="7429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1" y="7429500"/>
            <a:ext cx="4951413" cy="379268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429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6665976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016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65151"/>
            <a:ext cx="17151350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5" y="569913"/>
            <a:ext cx="23244175" cy="1258093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6072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72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757150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757150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757150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69913"/>
            <a:ext cx="17145000" cy="11431587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704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0477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390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66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04" r:id="rId2"/>
    <p:sldLayoutId id="2147483905" r:id="rId3"/>
    <p:sldLayoutId id="2147483901" r:id="rId4"/>
    <p:sldLayoutId id="2147483692" r:id="rId5"/>
    <p:sldLayoutId id="2147483906" r:id="rId6"/>
    <p:sldLayoutId id="2147483907" r:id="rId7"/>
    <p:sldLayoutId id="2147483910" r:id="rId8"/>
    <p:sldLayoutId id="2147483908" r:id="rId9"/>
    <p:sldLayoutId id="2147483909" r:id="rId10"/>
    <p:sldLayoutId id="2147483912" r:id="rId11"/>
    <p:sldLayoutId id="2147483914" r:id="rId12"/>
    <p:sldLayoutId id="2147483915" r:id="rId13"/>
    <p:sldLayoutId id="2147483913" r:id="rId14"/>
    <p:sldLayoutId id="2147483917" r:id="rId15"/>
    <p:sldLayoutId id="2147483942" r:id="rId16"/>
    <p:sldLayoutId id="2147483919" r:id="rId17"/>
    <p:sldLayoutId id="2147483929" r:id="rId18"/>
    <p:sldLayoutId id="2147483920" r:id="rId19"/>
    <p:sldLayoutId id="2147483930" r:id="rId20"/>
    <p:sldLayoutId id="2147483928" r:id="rId21"/>
    <p:sldLayoutId id="2147483948" r:id="rId22"/>
    <p:sldLayoutId id="2147483927" r:id="rId23"/>
    <p:sldLayoutId id="2147483950" r:id="rId24"/>
    <p:sldLayoutId id="2147483921" r:id="rId25"/>
    <p:sldLayoutId id="2147483916" r:id="rId26"/>
    <p:sldLayoutId id="2147483922" r:id="rId27"/>
    <p:sldLayoutId id="2147483953" r:id="rId28"/>
    <p:sldLayoutId id="2147483956" r:id="rId29"/>
    <p:sldLayoutId id="2147483923" r:id="rId30"/>
    <p:sldLayoutId id="2147483924" r:id="rId31"/>
    <p:sldLayoutId id="2147483926" r:id="rId32"/>
    <p:sldLayoutId id="2147483925" r:id="rId33"/>
    <p:sldLayoutId id="2147483959" r:id="rId34"/>
    <p:sldLayoutId id="2147483937" r:id="rId35"/>
    <p:sldLayoutId id="2147483932" r:id="rId36"/>
    <p:sldLayoutId id="2147483934" r:id="rId37"/>
    <p:sldLayoutId id="2147483935" r:id="rId38"/>
    <p:sldLayoutId id="2147483936" r:id="rId39"/>
    <p:sldLayoutId id="2147483938" r:id="rId40"/>
    <p:sldLayoutId id="2147483939" r:id="rId41"/>
    <p:sldLayoutId id="2147483940" r:id="rId42"/>
    <p:sldLayoutId id="2147483943" r:id="rId43"/>
    <p:sldLayoutId id="2147483960" r:id="rId44"/>
    <p:sldLayoutId id="2147483941" r:id="rId45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 userDrawn="1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18" Type="http://schemas.openxmlformats.org/officeDocument/2006/relationships/image" Target="../media/image20.svg"/><Relationship Id="rId26" Type="http://schemas.openxmlformats.org/officeDocument/2006/relationships/image" Target="../media/image28.png"/><Relationship Id="rId3" Type="http://schemas.openxmlformats.org/officeDocument/2006/relationships/image" Target="../media/image7.png"/><Relationship Id="rId21" Type="http://schemas.openxmlformats.org/officeDocument/2006/relationships/image" Target="../media/image23.png"/><Relationship Id="rId7" Type="http://schemas.openxmlformats.org/officeDocument/2006/relationships/image" Target="../media/image9.svg"/><Relationship Id="rId12" Type="http://schemas.openxmlformats.org/officeDocument/2006/relationships/image" Target="../media/image14.svg"/><Relationship Id="rId17" Type="http://schemas.openxmlformats.org/officeDocument/2006/relationships/image" Target="../media/image19.svg"/><Relationship Id="rId25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8.sv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5.png"/><Relationship Id="rId11" Type="http://schemas.openxmlformats.org/officeDocument/2006/relationships/image" Target="../media/image13.svg"/><Relationship Id="rId24" Type="http://schemas.openxmlformats.org/officeDocument/2006/relationships/image" Target="../media/image26.png"/><Relationship Id="rId5" Type="http://schemas.openxmlformats.org/officeDocument/2006/relationships/image" Target="../media/image6.png"/><Relationship Id="rId15" Type="http://schemas.openxmlformats.org/officeDocument/2006/relationships/image" Target="../media/image17.sv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svg"/><Relationship Id="rId19" Type="http://schemas.openxmlformats.org/officeDocument/2006/relationships/image" Target="../media/image21.svg"/><Relationship Id="rId31" Type="http://schemas.openxmlformats.org/officeDocument/2006/relationships/image" Target="../media/image33.png"/><Relationship Id="rId4" Type="http://schemas.openxmlformats.org/officeDocument/2006/relationships/image" Target="../media/image8.png"/><Relationship Id="rId9" Type="http://schemas.openxmlformats.org/officeDocument/2006/relationships/image" Target="../media/image11.svg"/><Relationship Id="rId14" Type="http://schemas.openxmlformats.org/officeDocument/2006/relationships/image" Target="../media/image16.svg"/><Relationship Id="rId22" Type="http://schemas.openxmlformats.org/officeDocument/2006/relationships/image" Target="../media/image24.png"/><Relationship Id="rId27" Type="http://schemas.openxmlformats.org/officeDocument/2006/relationships/image" Target="../media/image29.png"/><Relationship Id="rId30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5DE25-3734-BCDB-8658-C87F65C8F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IBM Plex Sans Medm" panose="020B0503050203000203" pitchFamily="34" charset="0"/>
                <a:ea typeface="IBM Plex Sans Medm"/>
                <a:cs typeface="IBM Plex Sans Medm"/>
                <a:sym typeface="IBM Plex Sans Medium"/>
              </a:rPr>
              <a:t>Templates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Sample layouts</a:t>
            </a:r>
            <a:endParaRPr lang="en-BR" dirty="0"/>
          </a:p>
        </p:txBody>
      </p:sp>
      <p:cxnSp>
        <p:nvCxnSpPr>
          <p:cNvPr id="6" name="Straight Connector 5" descr="Vertical column divider">
            <a:extLst>
              <a:ext uri="{FF2B5EF4-FFF2-40B4-BE49-F238E27FC236}">
                <a16:creationId xmlns:a16="http://schemas.microsoft.com/office/drawing/2014/main" id="{010C1C71-D916-3D45-47D2-88C3F55772BC}"/>
              </a:ext>
            </a:extLst>
          </p:cNvPr>
          <p:cNvCxnSpPr/>
          <p:nvPr/>
        </p:nvCxnSpPr>
        <p:spPr bwMode="auto">
          <a:xfrm>
            <a:off x="6096000" y="586092"/>
            <a:ext cx="0" cy="113919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74B63A62-CE86-1FBF-4154-C5FB8C33F354}"/>
              </a:ext>
            </a:extLst>
          </p:cNvPr>
          <p:cNvSpPr txBox="1"/>
          <p:nvPr/>
        </p:nvSpPr>
        <p:spPr>
          <a:xfrm>
            <a:off x="6673044" y="576072"/>
            <a:ext cx="8569327" cy="68941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2438400">
              <a:defRPr sz="2800">
                <a:solidFill>
                  <a:srgbClr val="000000"/>
                </a:solidFill>
              </a:defRPr>
            </a:pPr>
            <a:r>
              <a:rPr lang="en-US" sz="2800" dirty="0"/>
              <a:t>The following covers are available for presentations.</a:t>
            </a:r>
          </a:p>
          <a:p>
            <a:pPr defTabSz="2438400">
              <a:defRPr sz="2800">
                <a:solidFill>
                  <a:srgbClr val="000000"/>
                </a:solidFill>
              </a:defRPr>
            </a:pPr>
            <a:endParaRPr lang="en-US" sz="2800" dirty="0"/>
          </a:p>
          <a:p>
            <a:pPr defTabSz="2438400">
              <a:defRPr sz="2800">
                <a:solidFill>
                  <a:srgbClr val="000000"/>
                </a:solidFill>
              </a:defRPr>
            </a:pPr>
            <a:r>
              <a:rPr lang="en-US" sz="2800" dirty="0"/>
              <a:t>Additionally, a few sample slides have been provided. There are many more layout options available in the template / layout dropdown as well. Most layouts default to Blue 60 text as a spot color, feel free to update to Purple 60 or Magenta 50 (as shown in the example slides) to feel more on brand with Qiskit.</a:t>
            </a:r>
          </a:p>
          <a:p>
            <a:pPr defTabSz="2438400">
              <a:defRPr sz="2800">
                <a:solidFill>
                  <a:srgbClr val="000000"/>
                </a:solidFill>
              </a:defRPr>
            </a:pPr>
            <a:endParaRPr lang="en-US" sz="2800" dirty="0"/>
          </a:p>
          <a:p>
            <a:pPr defTabSz="2438400">
              <a:defRPr sz="2800">
                <a:solidFill>
                  <a:srgbClr val="000000"/>
                </a:solidFill>
              </a:defRPr>
            </a:pPr>
            <a:r>
              <a:rPr lang="en-US" sz="2800" dirty="0"/>
              <a:t>Lastly, there are a few digital stickers on the last page of this template to add small visual elements to slide content when needed. </a:t>
            </a:r>
          </a:p>
          <a:p>
            <a:pPr defTabSz="2438400">
              <a:defRPr sz="2800">
                <a:solidFill>
                  <a:srgbClr val="000000"/>
                </a:solidFill>
              </a:defRPr>
            </a:pPr>
            <a:endParaRPr lang="en-US" sz="2800" dirty="0"/>
          </a:p>
          <a:p>
            <a:pPr defTabSz="2438400">
              <a:defRPr sz="2800">
                <a:solidFill>
                  <a:srgbClr val="000000"/>
                </a:solidFill>
              </a:defRPr>
            </a:pPr>
            <a:r>
              <a:rPr lang="en-US" sz="2800" dirty="0"/>
              <a:t>Some example slides are included showing how the Fall Fest badge can be placed on pages when needed but it is </a:t>
            </a:r>
            <a:r>
              <a:rPr lang="en-US" sz="2800" b="1" dirty="0">
                <a:latin typeface="IBM Plex Sans SmBld" panose="020B0503050203000203" pitchFamily="34" charset="0"/>
              </a:rPr>
              <a:t>not required </a:t>
            </a:r>
            <a:r>
              <a:rPr lang="en-US" sz="2800" dirty="0"/>
              <a:t>on every page.</a:t>
            </a:r>
            <a:endParaRPr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7C2DE-A7A0-75EF-AA7F-170A731D66F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72110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5362DCB-9941-4450-ED4E-AE8091154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4038" y="576071"/>
            <a:ext cx="11421976" cy="12556259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32209E-F31B-252A-814A-0CFF7266B5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697077"/>
                </a:solidFill>
                <a:latin typeface="IBM Plex Mono" panose="020B0509050203000203" pitchFamily="49" charset="77"/>
              </a:rPr>
              <a:t>Qiskit</a:t>
            </a:r>
            <a:r>
              <a:rPr lang="en-US" dirty="0">
                <a:solidFill>
                  <a:srgbClr val="697077"/>
                </a:solidFill>
                <a:latin typeface="IBM Plex Mono" panose="020B0509050203000203" pitchFamily="49" charset="77"/>
              </a:rPr>
              <a:t> Fall Fest 202</a:t>
            </a:r>
            <a:r>
              <a:rPr lang="en-US" altLang="ko-KR" dirty="0">
                <a:solidFill>
                  <a:srgbClr val="697077"/>
                </a:solidFill>
                <a:latin typeface="IBM Plex Mono" panose="020B0509050203000203" pitchFamily="49" charset="77"/>
              </a:rPr>
              <a:t>6</a:t>
            </a:r>
            <a:endParaRPr lang="en-US" dirty="0">
              <a:solidFill>
                <a:srgbClr val="697077"/>
              </a:solidFill>
              <a:latin typeface="IBM Plex Mono" panose="020B0509050203000203" pitchFamily="49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F397CE-182E-F598-FF86-5763C1659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86pt, 1–2 lines, sentence case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527A6749-21A5-6FD2-6291-5767C624B55B}"/>
              </a:ext>
            </a:extLst>
          </p:cNvPr>
          <p:cNvSpPr txBox="1">
            <a:spLocks/>
          </p:cNvSpPr>
          <p:nvPr/>
        </p:nvSpPr>
        <p:spPr>
          <a:xfrm>
            <a:off x="568325" y="6858000"/>
            <a:ext cx="4956175" cy="1222512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effectLst/>
                <a:latin typeface="IBM Plex Sans Medm" panose="020B0503050203000203" pitchFamily="34" charset="0"/>
              </a:rPr>
              <a:t>Firstname</a:t>
            </a:r>
            <a:r>
              <a:rPr lang="en-US" sz="2800" dirty="0">
                <a:effectLst/>
                <a:latin typeface="IBM Plex Sans Medm" panose="020B0503050203000203" pitchFamily="34" charset="0"/>
              </a:rPr>
              <a:t> </a:t>
            </a:r>
            <a:r>
              <a:rPr lang="en-US" sz="2800" dirty="0" err="1">
                <a:effectLst/>
                <a:latin typeface="IBM Plex Sans Medm" panose="020B0503050203000203" pitchFamily="34" charset="0"/>
              </a:rPr>
              <a:t>Lastname</a:t>
            </a:r>
            <a:br>
              <a:rPr lang="en-US" sz="2800" dirty="0">
                <a:effectLst/>
                <a:latin typeface="IBM Plex Sans Light" panose="020B0403050203000203" pitchFamily="34" charset="0"/>
              </a:rPr>
            </a:br>
            <a:r>
              <a:rPr lang="en-US" sz="2800" dirty="0">
                <a:effectLst/>
                <a:latin typeface="+mj-lt"/>
              </a:rPr>
              <a:t>Job Description</a:t>
            </a:r>
            <a:br>
              <a:rPr lang="en-US" sz="2800" dirty="0">
                <a:effectLst/>
                <a:latin typeface="+mj-lt"/>
              </a:rPr>
            </a:br>
            <a:r>
              <a:rPr lang="en-US" sz="2800" dirty="0">
                <a:effectLst/>
                <a:latin typeface="+mj-lt"/>
              </a:rPr>
              <a:t>IBM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ACB8B6-F248-B3B0-369C-8FD47B1BE7F0}"/>
              </a:ext>
            </a:extLst>
          </p:cNvPr>
          <p:cNvSpPr txBox="1"/>
          <p:nvPr/>
        </p:nvSpPr>
        <p:spPr>
          <a:xfrm>
            <a:off x="22983568" y="-321276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00525812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468565-7F8C-02B2-C023-76DFC301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08D1FA-790B-BE98-6D1F-5A6EAB6BEB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697077"/>
                </a:solidFill>
                <a:latin typeface="IBM Plex Mono" panose="020B0509050203000203" pitchFamily="49" charset="77"/>
              </a:rPr>
              <a:t>Qiskit</a:t>
            </a:r>
            <a:r>
              <a:rPr lang="en-US" dirty="0">
                <a:solidFill>
                  <a:srgbClr val="697077"/>
                </a:solidFill>
                <a:latin typeface="IBM Plex Mono" panose="020B0509050203000203" pitchFamily="49" charset="77"/>
              </a:rPr>
              <a:t> Fall Fest 202</a:t>
            </a:r>
            <a:r>
              <a:rPr lang="en-US" altLang="ko-KR" dirty="0">
                <a:solidFill>
                  <a:srgbClr val="697077"/>
                </a:solidFill>
                <a:latin typeface="IBM Plex Mono" panose="020B0509050203000203" pitchFamily="49" charset="77"/>
              </a:rPr>
              <a:t>6</a:t>
            </a:r>
            <a:endParaRPr lang="en-US" dirty="0">
              <a:solidFill>
                <a:srgbClr val="697077"/>
              </a:solidFill>
              <a:latin typeface="IBM Plex Mono" panose="020B0509050203000203" pitchFamily="49" charset="77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7EB306-8B59-F739-1EC6-FA841CDA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+mj-lt"/>
              </a:rPr>
              <a:t>86pt, 1–2 lines, sentence case</a:t>
            </a:r>
            <a:br>
              <a:rPr lang="en-US" dirty="0">
                <a:solidFill>
                  <a:schemeClr val="tx1"/>
                </a:solidFill>
                <a:latin typeface="+mj-lt"/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3635637-1E5E-106A-A762-CEC4372BF058}"/>
              </a:ext>
            </a:extLst>
          </p:cNvPr>
          <p:cNvSpPr txBox="1">
            <a:spLocks/>
          </p:cNvSpPr>
          <p:nvPr/>
        </p:nvSpPr>
        <p:spPr>
          <a:xfrm>
            <a:off x="568325" y="6858000"/>
            <a:ext cx="4956175" cy="1222512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err="1">
                <a:effectLst/>
                <a:latin typeface="IBM Plex Sans Medm" panose="020B0503050203000203" pitchFamily="34" charset="0"/>
              </a:rPr>
              <a:t>Firstname</a:t>
            </a:r>
            <a:r>
              <a:rPr lang="en-US" sz="2800" dirty="0">
                <a:effectLst/>
                <a:latin typeface="IBM Plex Sans Medm" panose="020B0503050203000203" pitchFamily="34" charset="0"/>
              </a:rPr>
              <a:t> </a:t>
            </a:r>
            <a:r>
              <a:rPr lang="en-US" sz="2800" dirty="0" err="1">
                <a:effectLst/>
                <a:latin typeface="IBM Plex Sans Medm" panose="020B0503050203000203" pitchFamily="34" charset="0"/>
              </a:rPr>
              <a:t>Lastname</a:t>
            </a:r>
            <a:br>
              <a:rPr lang="en-US" sz="2800" dirty="0">
                <a:effectLst/>
                <a:latin typeface="IBM Plex Sans Light" panose="020B0403050203000203" pitchFamily="34" charset="0"/>
              </a:rPr>
            </a:br>
            <a:r>
              <a:rPr lang="en-US" sz="2800" dirty="0">
                <a:effectLst/>
                <a:latin typeface="+mj-lt"/>
              </a:rPr>
              <a:t>Job Description</a:t>
            </a:r>
            <a:br>
              <a:rPr lang="en-US" sz="2800" dirty="0">
                <a:effectLst/>
                <a:latin typeface="+mj-lt"/>
              </a:rPr>
            </a:br>
            <a:r>
              <a:rPr lang="en-US" sz="2800" dirty="0">
                <a:effectLst/>
                <a:latin typeface="+mj-lt"/>
              </a:rPr>
              <a:t>IBM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471F0B-D9E0-C64D-108B-A65871DB2028}"/>
              </a:ext>
            </a:extLst>
          </p:cNvPr>
          <p:cNvSpPr txBox="1"/>
          <p:nvPr/>
        </p:nvSpPr>
        <p:spPr>
          <a:xfrm>
            <a:off x="22983568" y="-321276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marR="0" lvl="0" indent="-446749" algn="l" defTabSz="2438400" rtl="0" eaLnBrk="1" fontAlgn="auto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/>
            </a:pPr>
            <a:endParaRPr kumimoji="0" 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/>
              <a:ea typeface="+mn-ea"/>
              <a:cs typeface="+mn-cs"/>
              <a:sym typeface="IBM Plex Sans Light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78913B-B5E9-C59B-A3BC-AD70A2C1C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3708" y="706779"/>
            <a:ext cx="9897395" cy="121408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D09C3CE-733E-92EC-CCE7-E1B2BC03C7D3}"/>
              </a:ext>
            </a:extLst>
          </p:cNvPr>
          <p:cNvSpPr txBox="1"/>
          <p:nvPr/>
        </p:nvSpPr>
        <p:spPr>
          <a:xfrm>
            <a:off x="27679135" y="415187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84524566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3DC846-0D09-8E6B-1A44-03FD1FB41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2016" y="544513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555A89-31D3-C769-71AD-38E9ADC2B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64/86pt section divider,</a:t>
            </a:r>
            <a:br>
              <a:rPr lang="en-US" dirty="0"/>
            </a:br>
            <a:r>
              <a:rPr lang="en-US" dirty="0"/>
              <a:t>3 lines maximum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588F6F-C66C-FFF6-F027-434CCBD37F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81365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042A2-4675-AC81-9D95-5DE8F998C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35A0F8-E6BE-A2CE-A991-2998D55C6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9244" y="544512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579D2C-27C4-1C91-E047-C2EFA8795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64/86pt section divider,</a:t>
            </a:r>
            <a:br>
              <a:rPr lang="en-US" dirty="0"/>
            </a:br>
            <a:r>
              <a:rPr lang="en-US" dirty="0"/>
              <a:t>3 lines maximum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00B521-F54D-AC50-C212-D5081824DE8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13333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30839A-819A-AF21-5CC3-5B32ACCF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172pt Go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gradFill>
                  <a:gsLst>
                    <a:gs pos="0">
                      <a:srgbClr val="FF7EB6"/>
                    </a:gs>
                    <a:gs pos="99000">
                      <a:srgbClr val="BE95FF"/>
                    </a:gs>
                  </a:gsLst>
                  <a:lin ang="0" scaled="0"/>
                </a:gradFill>
              </a:rPr>
              <a:t>simple and big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if possible</a:t>
            </a:r>
          </a:p>
        </p:txBody>
      </p:sp>
    </p:spTree>
    <p:extLst>
      <p:ext uri="{BB962C8B-B14F-4D97-AF65-F5344CB8AC3E}">
        <p14:creationId xmlns:p14="http://schemas.microsoft.com/office/powerpoint/2010/main" val="250818038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69BBAF-FA75-4E97-CE64-DCDD37A11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2016" y="384046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0FC785-4B73-1374-CE3A-190BCF867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384048"/>
            <a:ext cx="17141825" cy="81915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172pt Go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simple and big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if possible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AB4860-B80A-E3E0-1A24-4210B3E952F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34625-820D-67C2-7FE0-DE9896CAF32B}"/>
              </a:ext>
            </a:extLst>
          </p:cNvPr>
          <p:cNvSpPr txBox="1"/>
          <p:nvPr/>
        </p:nvSpPr>
        <p:spPr>
          <a:xfrm>
            <a:off x="20315583" y="-815009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30575617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9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0B111D-6739-7594-2611-E23FA3D75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9244" y="384046"/>
            <a:ext cx="2859087" cy="28590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0FC785-4B73-1374-CE3A-190BCF867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384048"/>
            <a:ext cx="17141825" cy="81915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172pt Go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simple and big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if possible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AB4860-B80A-E3E0-1A24-4210B3E952F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04243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34C597DB-997D-8398-0A52-97043F777E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576072"/>
            <a:ext cx="7623175" cy="6288087"/>
          </a:xfrm>
        </p:spPr>
        <p:txBody>
          <a:bodyPr/>
          <a:lstStyle/>
          <a:p>
            <a:r>
              <a:rPr lang="en-US"/>
              <a:t>44/64pt text, add superscript number at end of claim and add source URL to speaker notes.</a:t>
            </a:r>
            <a:r>
              <a:rPr lang="en-US" baseline="30000"/>
              <a:t>1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96647-6AB9-AE34-9407-034FEB23EA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9290304"/>
            <a:ext cx="11050588" cy="3543300"/>
          </a:xfrm>
        </p:spPr>
        <p:txBody>
          <a:bodyPr/>
          <a:lstStyle/>
          <a:p>
            <a:r>
              <a:rPr lang="en-US" dirty="0">
                <a:solidFill>
                  <a:srgbClr val="EE5396"/>
                </a:solidFill>
              </a:rPr>
              <a:t>↗︎00M</a:t>
            </a: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91C1F40D-4BF1-A5B6-5480-FDEEC62912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7620000" cy="6288087"/>
          </a:xfrm>
        </p:spPr>
        <p:txBody>
          <a:bodyPr/>
          <a:lstStyle/>
          <a:p>
            <a:r>
              <a:rPr lang="en-US"/>
              <a:t>44/64pt text, add superscript number at end of claim and add source URL to speaker notes.</a:t>
            </a:r>
            <a:r>
              <a:rPr lang="en-US" baseline="30000"/>
              <a:t> 2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BC74B-123E-7DE9-16D3-07373B21EC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9290050"/>
            <a:ext cx="11049000" cy="3543300"/>
          </a:xfrm>
        </p:spPr>
        <p:txBody>
          <a:bodyPr/>
          <a:lstStyle/>
          <a:p>
            <a:r>
              <a:rPr lang="en-US" dirty="0">
                <a:solidFill>
                  <a:srgbClr val="EE5396"/>
                </a:solidFill>
              </a:rPr>
              <a:t>+00%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CC74CE4-C25A-3847-5C1C-ADF299881F26}"/>
              </a:ext>
            </a:extLst>
          </p:cNvPr>
          <p:cNvSpPr txBox="1">
            <a:spLocks/>
          </p:cNvSpPr>
          <p:nvPr/>
        </p:nvSpPr>
        <p:spPr>
          <a:xfrm>
            <a:off x="12763500" y="12039600"/>
            <a:ext cx="4951413" cy="114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/>
          <a:lstStyle>
            <a:lvl1pPr marL="0" marR="0" indent="0" algn="l" defTabSz="2438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444465" marR="0" indent="-446749" algn="l" defTabSz="2438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44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15918" marR="0" indent="-446749" algn="l" defTabSz="2438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4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01671" marR="0" indent="-446749" algn="l" defTabSz="2438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44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076298" marR="0" indent="-446749" algn="l" defTabSz="2438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44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latinLnBrk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latinLnBrk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latinLnBrk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latinLnBrk="0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600" kern="0">
                <a:latin typeface="IBM Plex Sans" panose="020B0503050203000203" pitchFamily="34" charset="0"/>
              </a:rPr>
              <a:t>Source: 1. Lorem source name</a:t>
            </a:r>
            <a:br>
              <a:rPr lang="en-US" sz="1600" kern="0">
                <a:latin typeface="IBM Plex Sans" panose="020B0503050203000203" pitchFamily="34" charset="0"/>
              </a:rPr>
            </a:br>
            <a:r>
              <a:rPr lang="en-US" sz="1600" kern="0">
                <a:latin typeface="IBM Plex Sans" panose="020B0503050203000203" pitchFamily="34" charset="0"/>
              </a:rPr>
              <a:t>Source: 2. Lorem second source name</a:t>
            </a:r>
          </a:p>
        </p:txBody>
      </p:sp>
      <p:sp>
        <p:nvSpPr>
          <p:cNvPr id="19" name="Footer Placeholder 1">
            <a:extLst>
              <a:ext uri="{FF2B5EF4-FFF2-40B4-BE49-F238E27FC236}">
                <a16:creationId xmlns:a16="http://schemas.microsoft.com/office/drawing/2014/main" id="{E98B0C95-6920-7E0D-AD52-0003F117C35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58984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63B98A-63E0-51EE-3452-1453E3FD6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28/36/44pt headline, </a:t>
            </a:r>
            <a:br>
              <a:rPr lang="en-US"/>
            </a:br>
            <a:r>
              <a:rPr lang="en-US"/>
              <a:t>5 lines maximum, sentence case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B554CE-CEBA-7FA0-A0EC-B39A24423B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384048"/>
            <a:ext cx="4951413" cy="2859087"/>
          </a:xfrm>
        </p:spPr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ADC552-EA0C-BC92-1680-1346F2749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28/36/44pt text superscript number at end of claim and add source URL to speaker notes for completeness and accessibility</a:t>
            </a:r>
            <a:r>
              <a:rPr lang="en-US" baseline="30000"/>
              <a:t>1</a:t>
            </a:r>
            <a:endParaRPr lang="en-US"/>
          </a:p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164FAA9-E132-D96E-42D3-D0878916CE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>
                <a:solidFill>
                  <a:srgbClr val="8A3FFC"/>
                </a:solidFill>
              </a:rPr>
              <a:t>00%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0616A23-92AD-A6BF-BC58-65B4F9270D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28/36/44pt text superscript number at end of claim and add source URL to speaker notes for completeness and accessibility</a:t>
            </a:r>
            <a:r>
              <a:rPr lang="en-US" baseline="30000"/>
              <a:t>2</a:t>
            </a:r>
            <a:endParaRPr lang="en-US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1EDBFA08-7379-A02F-70AB-27238E29947E}"/>
              </a:ext>
            </a:extLst>
          </p:cNvPr>
          <p:cNvSpPr txBox="1">
            <a:spLocks/>
          </p:cNvSpPr>
          <p:nvPr/>
        </p:nvSpPr>
        <p:spPr>
          <a:xfrm>
            <a:off x="6667500" y="8369987"/>
            <a:ext cx="4951413" cy="2857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0" b="0" i="0" u="none" strike="noStrike" cap="none" spc="0" baseline="0">
                <a:solidFill>
                  <a:schemeClr val="accent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>
                <a:solidFill>
                  <a:srgbClr val="8A3FFC"/>
                </a:solidFill>
              </a:rPr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7CD29B-CF17-A33A-5171-B360B71DA4D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28/36/44pt text superscript number at end of claim and add source URL to speaker notes for completeness and accessibility</a:t>
            </a:r>
            <a:r>
              <a:rPr lang="en-US" baseline="30000"/>
              <a:t>3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954DE-B18C-42EF-6F2B-BFCE92A636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Source: 1. Lorem source name</a:t>
            </a:r>
            <a:br>
              <a:rPr lang="en-US" dirty="0"/>
            </a:br>
            <a:r>
              <a:rPr lang="en-US" dirty="0"/>
              <a:t>Source: 2. Lorem second source name</a:t>
            </a:r>
            <a:br>
              <a:rPr lang="en-US" dirty="0"/>
            </a:br>
            <a:r>
              <a:rPr lang="en-US" dirty="0"/>
              <a:t>Source: 3. Lorem third source name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D679A8F-AC0F-54A7-5994-CA7756D5831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316565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B33C19-1805-AFFF-7414-F90E635F4B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6030" y="11356073"/>
            <a:ext cx="1885073" cy="18850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276976-2BA6-35F5-A03B-6D1D6B3BD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64/86pt headline, 3 lines maximum, sentence case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8A1B8-5B05-553C-D904-F7959C00A1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Sed at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. </a:t>
            </a:r>
            <a:r>
              <a:rPr lang="en-US" dirty="0" err="1"/>
              <a:t>Vivamus</a:t>
            </a:r>
            <a:r>
              <a:rPr lang="en-US" dirty="0"/>
              <a:t> a pulvinar </a:t>
            </a:r>
            <a:r>
              <a:rPr lang="en-US" dirty="0" err="1"/>
              <a:t>sapien</a:t>
            </a:r>
            <a:r>
              <a:rPr lang="en-US" dirty="0"/>
              <a:t>.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dis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 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efficitur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Vestibulum </a:t>
            </a:r>
            <a:r>
              <a:rPr lang="en-US" dirty="0" err="1"/>
              <a:t>viverra</a:t>
            </a:r>
            <a:r>
              <a:rPr lang="en-US" dirty="0"/>
              <a:t>, ante ac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7D2C3-481B-FC7A-BBA0-DA0DBDB5A70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Vestibulum </a:t>
            </a:r>
            <a:r>
              <a:rPr lang="en-US" err="1"/>
              <a:t>viverra</a:t>
            </a:r>
            <a:r>
              <a:rPr lang="en-US"/>
              <a:t>, ante ac </a:t>
            </a:r>
            <a:r>
              <a:rPr lang="en-US" err="1"/>
              <a:t>placerat</a:t>
            </a:r>
            <a:r>
              <a:rPr lang="en-US"/>
              <a:t>. </a:t>
            </a:r>
            <a:br>
              <a:rPr lang="en-US"/>
            </a:br>
            <a:endParaRPr lang="en-US"/>
          </a:p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br>
              <a:rPr lang="en-US"/>
            </a:br>
            <a:r>
              <a:rPr lang="en-US"/>
              <a:t>Sed at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Vivamus</a:t>
            </a:r>
            <a:r>
              <a:rPr lang="en-US"/>
              <a:t> a pulvinar </a:t>
            </a:r>
            <a:r>
              <a:rPr lang="en-US" err="1"/>
              <a:t>sapien</a:t>
            </a:r>
            <a:r>
              <a:rPr lang="en-US"/>
              <a:t>.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 et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nascetur</a:t>
            </a:r>
            <a:r>
              <a:rPr lang="en-US"/>
              <a:t> </a:t>
            </a:r>
            <a:r>
              <a:rPr lang="en-US" err="1"/>
              <a:t>ridiculus</a:t>
            </a:r>
            <a:r>
              <a:rPr lang="en-US"/>
              <a:t> mus. 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7FC44BB-0EF8-A786-0FDD-54F2A1F353C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065901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6FDF19-C253-A6D4-F7D8-4F2CF4499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113442"/>
            <a:ext cx="1885073" cy="18850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CEF21C-27B5-5BD7-B916-D2EA36863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64/86pt headline, 3 lines maximum, sentence case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C7A0B03C-A3AA-C4D2-5893-87ECE9BC2517}"/>
              </a:ext>
            </a:extLst>
          </p:cNvPr>
          <p:cNvCxnSpPr/>
          <p:nvPr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236602-67CE-96C1-8874-219512AB48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28/36pt text, 3 lines maximum, sentence case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3576C3-E5F3-E003-50F0-F52E5B1339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at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Vivamus</a:t>
            </a:r>
            <a:r>
              <a:rPr lang="en-US"/>
              <a:t> a pulvinar </a:t>
            </a:r>
            <a:r>
              <a:rPr lang="en-US" err="1"/>
              <a:t>sapien</a:t>
            </a:r>
            <a:r>
              <a:rPr lang="en-US"/>
              <a:t>.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 et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, </a:t>
            </a:r>
            <a:r>
              <a:rPr lang="en-US" err="1"/>
              <a:t>nascetur</a:t>
            </a:r>
            <a:r>
              <a:rPr lang="en-US"/>
              <a:t> </a:t>
            </a:r>
            <a:r>
              <a:rPr lang="en-US" err="1"/>
              <a:t>ridiculus</a:t>
            </a:r>
            <a:r>
              <a:rPr lang="en-US"/>
              <a:t> mus.</a:t>
            </a:r>
            <a:br>
              <a:rPr lang="en-US"/>
            </a:br>
            <a:endParaRPr lang="en-US"/>
          </a:p>
          <a:p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 sed </a:t>
            </a:r>
            <a:r>
              <a:rPr lang="en-US" err="1"/>
              <a:t>elementum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lorem </a:t>
            </a:r>
            <a:r>
              <a:rPr lang="en-US" err="1"/>
              <a:t>laoreet</a:t>
            </a:r>
            <a:r>
              <a:rPr lang="en-US"/>
              <a:t>,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vel, tempus </a:t>
            </a:r>
            <a:r>
              <a:rPr lang="en-US" err="1"/>
              <a:t>odio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ac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,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,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Proin </a:t>
            </a:r>
            <a:r>
              <a:rPr lang="en-US" err="1"/>
              <a:t>dapibus</a:t>
            </a:r>
            <a:r>
              <a:rPr lang="en-US"/>
              <a:t> porta </a:t>
            </a:r>
            <a:r>
              <a:rPr lang="en-US" err="1"/>
              <a:t>mollis</a:t>
            </a:r>
            <a:r>
              <a:rPr lang="en-US"/>
              <a:t>.</a:t>
            </a:r>
            <a:br>
              <a:rPr lang="en-US"/>
            </a:br>
            <a:endParaRPr lang="en-US"/>
          </a:p>
          <a:p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Vestibulum </a:t>
            </a:r>
            <a:r>
              <a:rPr lang="en-US" err="1"/>
              <a:t>viverra</a:t>
            </a:r>
            <a:r>
              <a:rPr lang="en-US"/>
              <a:t>, ante ac </a:t>
            </a:r>
            <a:r>
              <a:rPr lang="en-US" err="1"/>
              <a:t>placerat</a:t>
            </a:r>
            <a:r>
              <a:rPr lang="en-US"/>
              <a:t> pulvinar,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, ac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mi.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.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mollis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at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, sed </a:t>
            </a:r>
            <a:r>
              <a:rPr lang="en-US" err="1"/>
              <a:t>ullamcorper</a:t>
            </a:r>
            <a:r>
              <a:rPr lang="en-US"/>
              <a:t>.</a:t>
            </a:r>
          </a:p>
        </p:txBody>
      </p:sp>
      <p:cxnSp>
        <p:nvCxnSpPr>
          <p:cNvPr id="10" name="Straight Connector 9" descr="Vertical column divider">
            <a:extLst>
              <a:ext uri="{FF2B5EF4-FFF2-40B4-BE49-F238E27FC236}">
                <a16:creationId xmlns:a16="http://schemas.microsoft.com/office/drawing/2014/main" id="{E009C93B-1E91-2729-0D6D-102D69C3BF88}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CCCE-DF39-3BAB-0F35-D743DD761B3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28/36pt text, 3 lines maximum, sentence case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1C034C-3694-08F0-0CDE-191D431A51C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at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Vivamus</a:t>
            </a:r>
            <a:r>
              <a:rPr lang="en-US"/>
              <a:t> a pulvinar </a:t>
            </a:r>
            <a:r>
              <a:rPr lang="en-US" err="1"/>
              <a:t>sapien</a:t>
            </a:r>
            <a:r>
              <a:rPr lang="en-US"/>
              <a:t>.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natoque</a:t>
            </a:r>
            <a:r>
              <a:rPr lang="en-US"/>
              <a:t> </a:t>
            </a:r>
            <a:r>
              <a:rPr lang="en-US" err="1"/>
              <a:t>penatibus</a:t>
            </a:r>
            <a:r>
              <a:rPr lang="en-US"/>
              <a:t> et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, </a:t>
            </a:r>
            <a:r>
              <a:rPr lang="en-US" err="1"/>
              <a:t>nascetur</a:t>
            </a:r>
            <a:r>
              <a:rPr lang="en-US"/>
              <a:t> </a:t>
            </a:r>
            <a:r>
              <a:rPr lang="en-US" err="1"/>
              <a:t>ridiculus</a:t>
            </a:r>
            <a:r>
              <a:rPr lang="en-US"/>
              <a:t> mus. </a:t>
            </a:r>
            <a:br>
              <a:rPr lang="en-US"/>
            </a:br>
            <a:endParaRPr lang="en-US"/>
          </a:p>
          <a:p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 sed </a:t>
            </a:r>
            <a:r>
              <a:rPr lang="en-US" err="1"/>
              <a:t>elementum</a:t>
            </a:r>
            <a:r>
              <a:rPr lang="en-US"/>
              <a:t>. </a:t>
            </a:r>
            <a:r>
              <a:rPr lang="en-US" err="1"/>
              <a:t>Praesent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lorem </a:t>
            </a:r>
            <a:r>
              <a:rPr lang="en-US" err="1"/>
              <a:t>laoreet</a:t>
            </a:r>
            <a:r>
              <a:rPr lang="en-US"/>
              <a:t>,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vel, tempus </a:t>
            </a:r>
            <a:r>
              <a:rPr lang="en-US" err="1"/>
              <a:t>odio</a:t>
            </a:r>
            <a:r>
              <a:rPr lang="en-US"/>
              <a:t>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ac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,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quis</a:t>
            </a:r>
            <a:r>
              <a:rPr lang="en-US"/>
              <a:t>,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Proin </a:t>
            </a:r>
            <a:r>
              <a:rPr lang="en-US" err="1"/>
              <a:t>dapibus</a:t>
            </a:r>
            <a:r>
              <a:rPr lang="en-US"/>
              <a:t> porta </a:t>
            </a:r>
            <a:r>
              <a:rPr lang="en-US" err="1"/>
              <a:t>mollis</a:t>
            </a:r>
            <a:r>
              <a:rPr lang="en-US"/>
              <a:t>.</a:t>
            </a:r>
            <a:br>
              <a:rPr lang="en-US"/>
            </a:br>
            <a:endParaRPr lang="en-US"/>
          </a:p>
          <a:p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Vestibulum </a:t>
            </a:r>
            <a:r>
              <a:rPr lang="en-US" err="1"/>
              <a:t>viverra</a:t>
            </a:r>
            <a:r>
              <a:rPr lang="en-US"/>
              <a:t>, ante ac </a:t>
            </a:r>
            <a:r>
              <a:rPr lang="en-US" err="1"/>
              <a:t>placerat</a:t>
            </a:r>
            <a:r>
              <a:rPr lang="en-US"/>
              <a:t> pulvinar,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, ac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nibh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mi. </a:t>
            </a:r>
            <a:r>
              <a:rPr lang="en-US" err="1"/>
              <a:t>Fusce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ultrices</a:t>
            </a:r>
            <a:r>
              <a:rPr lang="en-US"/>
              <a:t> eros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6F77BD6-8F53-AFCC-B005-6A5E46C3BA6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66102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6AF7FD-150D-BFB0-EF2D-4E2DB47E0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75" y="10109201"/>
            <a:ext cx="1892300" cy="18923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32D50B-E670-3E8D-4311-02C22747FD1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24/28 eyebrow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486563-2B8E-BC80-D0D7-1ED571ACC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/>
          <a:lstStyle/>
          <a:p>
            <a:r>
              <a:rPr lang="en-US" dirty="0"/>
              <a:t>64/86pt headline, 3 lines maximum, sentence case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CB780BAF-D571-686E-6AF1-9E6403F7421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813D6-5ED6-9A38-316B-0E422FE225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Section one</a:t>
            </a:r>
          </a:p>
          <a:p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sem.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 </a:t>
            </a:r>
          </a:p>
          <a:p>
            <a:endParaRPr lang="en-US" dirty="0"/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64F68DF2-0445-D221-52E0-2D45AC03BB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2FD26B-995C-97E5-79CE-C55473DED2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Section two</a:t>
            </a:r>
          </a:p>
          <a:p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sem.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 </a:t>
            </a:r>
          </a:p>
          <a:p>
            <a:endParaRPr lang="en-US" dirty="0"/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1726E15D-8A4D-A0F0-7BE7-24B3C22A916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6096000"/>
            <a:ext cx="1162202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55F095-493C-B2AA-49B7-76B27ED1B0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Section three</a:t>
            </a:r>
          </a:p>
          <a:p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sem.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 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6453F0-0A6C-C895-C568-77196B99C5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Section four</a:t>
            </a:r>
          </a:p>
          <a:p>
            <a:endParaRPr lang="en-US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sem.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 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99B028-C63A-E86C-542E-0D7EC7BD6D8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029F7B-6BFD-7276-CC4B-877FEB89E6EE}"/>
              </a:ext>
            </a:extLst>
          </p:cNvPr>
          <p:cNvSpPr txBox="1"/>
          <p:nvPr/>
        </p:nvSpPr>
        <p:spPr>
          <a:xfrm>
            <a:off x="26273760" y="126492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09567784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64199F8-1D98-E223-F370-9E2AEE81F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2263" y="532124"/>
            <a:ext cx="1892300" cy="1892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B7E72D-2E58-5FA9-35AF-EA3BF67E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64/86pt headline, 3 lines maximum, sentence case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F3C48B13-D468-45C9-5E8D-1CC3FCDBC286}"/>
              </a:ext>
            </a:extLst>
          </p:cNvPr>
          <p:cNvCxnSpPr/>
          <p:nvPr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6A4A6-BFA6-4140-B1ED-1F00BB0D2D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1</a:t>
            </a:r>
          </a:p>
          <a:p>
            <a:br>
              <a:rPr lang="en-US" dirty="0"/>
            </a:br>
            <a:r>
              <a:rPr lang="en-US" dirty="0"/>
              <a:t>Numbers are optional. 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sem.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 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6B527F30-F60A-AA2B-370A-41F9EF0116AE}"/>
              </a:ext>
            </a:extLst>
          </p:cNvPr>
          <p:cNvCxnSpPr>
            <a:cxnSpLocks/>
          </p:cNvCxnSpPr>
          <p:nvPr/>
        </p:nvCxnSpPr>
        <p:spPr bwMode="auto">
          <a:xfrm>
            <a:off x="6096000" y="6096000"/>
            <a:ext cx="0" cy="587044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EDFC4-C9C9-2112-4D9D-362541F552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2</a:t>
            </a:r>
          </a:p>
          <a:p>
            <a:br>
              <a:rPr lang="en-US" dirty="0"/>
            </a:br>
            <a:r>
              <a:rPr lang="en-US" dirty="0"/>
              <a:t>Numbers are optional. 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sem.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 </a:t>
            </a:r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79B6307B-3FFE-4197-344B-4318A0921143}"/>
              </a:ext>
            </a:extLst>
          </p:cNvPr>
          <p:cNvCxnSpPr>
            <a:cxnSpLocks/>
          </p:cNvCxnSpPr>
          <p:nvPr/>
        </p:nvCxnSpPr>
        <p:spPr bwMode="auto">
          <a:xfrm>
            <a:off x="12188952" y="6099048"/>
            <a:ext cx="0" cy="58906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8D3721-3096-C555-ADE3-C6C024CF3F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3</a:t>
            </a:r>
          </a:p>
          <a:p>
            <a:br>
              <a:rPr lang="en-US" dirty="0"/>
            </a:br>
            <a:r>
              <a:rPr lang="en-US" dirty="0"/>
              <a:t>Numbers are optional. 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sem.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 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79653C59-D4EB-061B-BEE9-54F43A1A5BD7}"/>
              </a:ext>
            </a:extLst>
          </p:cNvPr>
          <p:cNvCxnSpPr>
            <a:cxnSpLocks/>
          </p:cNvCxnSpPr>
          <p:nvPr/>
        </p:nvCxnSpPr>
        <p:spPr bwMode="auto">
          <a:xfrm>
            <a:off x="18288000" y="6096000"/>
            <a:ext cx="0" cy="586832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0DC560-FF7F-9500-14CC-65574A232B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4</a:t>
            </a:r>
          </a:p>
          <a:p>
            <a:br>
              <a:rPr lang="en-US" dirty="0"/>
            </a:br>
            <a:r>
              <a:rPr lang="en-US" dirty="0"/>
              <a:t>Numbers are optional. Lorem ipsum dolor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donec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sem.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. 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F5069CF-12C8-5065-5D51-A2D4F896DB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74674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3CE43C-CB66-466A-D3A0-564825492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011" y="11227819"/>
            <a:ext cx="1885073" cy="18850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9052BC-A31A-3AFD-FA62-5B081B61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28/36/44pt headline, 3 lines maximum, sentence case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1F429-A819-1589-FBA7-B0AB71D7DF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at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Vivamus</a:t>
            </a:r>
            <a:r>
              <a:rPr lang="en-US"/>
              <a:t> a pulvinar </a:t>
            </a:r>
            <a:r>
              <a:rPr lang="en-US" err="1"/>
              <a:t>sapien</a:t>
            </a:r>
            <a:r>
              <a:rPr lang="en-US"/>
              <a:t>.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natoque</a:t>
            </a:r>
            <a:r>
              <a:rPr lang="en-US"/>
              <a:t> pen et </a:t>
            </a:r>
            <a:r>
              <a:rPr lang="en-US" err="1"/>
              <a:t>magnis</a:t>
            </a:r>
            <a:r>
              <a:rPr lang="en-US"/>
              <a:t> dis </a:t>
            </a:r>
            <a:r>
              <a:rPr lang="en-US" err="1"/>
              <a:t>parturi</a:t>
            </a:r>
            <a:r>
              <a:rPr lang="en-US"/>
              <a:t> </a:t>
            </a:r>
            <a:r>
              <a:rPr lang="en-US" err="1"/>
              <a:t>montes</a:t>
            </a:r>
            <a:r>
              <a:rPr lang="en-US"/>
              <a:t>, </a:t>
            </a:r>
            <a:r>
              <a:rPr lang="en-US" err="1"/>
              <a:t>nasce</a:t>
            </a:r>
            <a:r>
              <a:rPr lang="en-US"/>
              <a:t> </a:t>
            </a:r>
            <a:r>
              <a:rPr lang="en-US" err="1"/>
              <a:t>ridiculus</a:t>
            </a:r>
            <a:r>
              <a:rPr lang="en-US"/>
              <a:t> </a:t>
            </a:r>
            <a:r>
              <a:rPr lang="en-US" err="1"/>
              <a:t>mus</a:t>
            </a:r>
            <a:r>
              <a:rPr lang="en-US"/>
              <a:t> </a:t>
            </a:r>
            <a:r>
              <a:rPr lang="en-US" err="1"/>
              <a:t>nonamus</a:t>
            </a:r>
            <a:r>
              <a:rPr lang="en-US"/>
              <a:t> </a:t>
            </a:r>
            <a:r>
              <a:rPr lang="en-US" err="1"/>
              <a:t>totalis</a:t>
            </a:r>
            <a:r>
              <a:rPr lang="en-US"/>
              <a:t> </a:t>
            </a:r>
            <a:r>
              <a:rPr lang="en-US" err="1"/>
              <a:t>ellimatus</a:t>
            </a:r>
            <a:r>
              <a:rPr lang="en-US"/>
              <a:t> est. </a:t>
            </a:r>
            <a:br>
              <a:rPr lang="en-US"/>
            </a:br>
            <a:endParaRPr lang="en-US"/>
          </a:p>
          <a:p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Vestibulum </a:t>
            </a:r>
            <a:r>
              <a:rPr lang="en-US" err="1"/>
              <a:t>viverra</a:t>
            </a:r>
            <a:r>
              <a:rPr lang="en-US"/>
              <a:t>, ante ac </a:t>
            </a:r>
            <a:r>
              <a:rPr lang="en-US" err="1"/>
              <a:t>placerat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0F604-0481-AD77-9049-C690DC1A44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efficitur</a:t>
            </a:r>
            <a:r>
              <a:rPr lang="en-US"/>
              <a:t> </a:t>
            </a:r>
            <a:r>
              <a:rPr lang="en-US" err="1"/>
              <a:t>scelerisque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. Vestibulum </a:t>
            </a:r>
            <a:r>
              <a:rPr lang="en-US" err="1"/>
              <a:t>viverra</a:t>
            </a:r>
            <a:r>
              <a:rPr lang="en-US"/>
              <a:t>, ante ac </a:t>
            </a:r>
            <a:r>
              <a:rPr lang="en-US" err="1"/>
              <a:t>placerat</a:t>
            </a:r>
            <a:r>
              <a:rPr lang="en-US"/>
              <a:t>. </a:t>
            </a:r>
            <a:br>
              <a:rPr lang="en-US"/>
            </a:br>
            <a:endParaRPr lang="en-US"/>
          </a:p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Sed at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Vivamus</a:t>
            </a:r>
            <a:r>
              <a:rPr lang="en-US"/>
              <a:t> a pulvinar </a:t>
            </a:r>
            <a:r>
              <a:rPr lang="en-US" err="1"/>
              <a:t>sapien</a:t>
            </a:r>
            <a:r>
              <a:rPr lang="en-US"/>
              <a:t>.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 </a:t>
            </a:r>
            <a:r>
              <a:rPr lang="en-US" err="1"/>
              <a:t>natoque</a:t>
            </a:r>
            <a:r>
              <a:rPr lang="en-US"/>
              <a:t> pen et </a:t>
            </a:r>
            <a:r>
              <a:rPr lang="en-US" err="1"/>
              <a:t>magnis</a:t>
            </a:r>
            <a:r>
              <a:rPr lang="en-US"/>
              <a:t> dis </a:t>
            </a:r>
            <a:r>
              <a:rPr lang="en-US" err="1"/>
              <a:t>parturi</a:t>
            </a:r>
            <a:r>
              <a:rPr lang="en-US"/>
              <a:t> </a:t>
            </a:r>
            <a:r>
              <a:rPr lang="en-US" err="1"/>
              <a:t>montes</a:t>
            </a:r>
            <a:r>
              <a:rPr lang="en-US"/>
              <a:t>, </a:t>
            </a:r>
            <a:r>
              <a:rPr lang="en-US" err="1"/>
              <a:t>nasce</a:t>
            </a:r>
            <a:r>
              <a:rPr lang="en-US"/>
              <a:t> </a:t>
            </a:r>
            <a:r>
              <a:rPr lang="en-US" err="1"/>
              <a:t>ridiculus</a:t>
            </a:r>
            <a:r>
              <a:rPr lang="en-US"/>
              <a:t> </a:t>
            </a:r>
            <a:r>
              <a:rPr lang="en-US" err="1"/>
              <a:t>mus</a:t>
            </a:r>
            <a:r>
              <a:rPr lang="en-US"/>
              <a:t> </a:t>
            </a:r>
            <a:r>
              <a:rPr lang="en-US" err="1"/>
              <a:t>nonamus</a:t>
            </a:r>
            <a:r>
              <a:rPr lang="en-US"/>
              <a:t> </a:t>
            </a:r>
            <a:r>
              <a:rPr lang="en-US" err="1"/>
              <a:t>totalis</a:t>
            </a:r>
            <a:r>
              <a:rPr lang="en-US"/>
              <a:t> </a:t>
            </a:r>
            <a:r>
              <a:rPr lang="en-US" err="1"/>
              <a:t>ellimatus</a:t>
            </a:r>
            <a:r>
              <a:rPr lang="en-US"/>
              <a:t> est. </a:t>
            </a:r>
          </a:p>
          <a:p>
            <a:endParaRPr lang="en-US"/>
          </a:p>
        </p:txBody>
      </p:sp>
      <p:sp>
        <p:nvSpPr>
          <p:cNvPr id="7" name="Picture Placeholder 10" descr="Place imagery here">
            <a:extLst>
              <a:ext uri="{FF2B5EF4-FFF2-40B4-BE49-F238E27FC236}">
                <a16:creationId xmlns:a16="http://schemas.microsoft.com/office/drawing/2014/main" id="{77A7CC8A-F8D4-01B6-C299-15983476AE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75C6E-9935-614F-FDDF-F1F6697CD61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239392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18525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Picture 128">
            <a:extLst>
              <a:ext uri="{FF2B5EF4-FFF2-40B4-BE49-F238E27FC236}">
                <a16:creationId xmlns:a16="http://schemas.microsoft.com/office/drawing/2014/main" id="{23366760-82FD-59AD-1FF3-4C548B2F3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035" y="5396443"/>
            <a:ext cx="1296470" cy="6646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9C16A2-1F6D-A630-990F-976F73958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924" y="6098047"/>
            <a:ext cx="2374900" cy="2374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F9F90F-1BCF-AFAB-3A32-6F723BE82F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503" y="8940591"/>
            <a:ext cx="2383847" cy="2383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799719-C420-D5B6-F70F-FAA31CC366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925" y="3334096"/>
            <a:ext cx="2374899" cy="2374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21C98D-94A9-A2E6-CB8A-310FF214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751937"/>
          </a:xfrm>
        </p:spPr>
        <p:txBody>
          <a:bodyPr/>
          <a:lstStyle/>
          <a:p>
            <a:r>
              <a:rPr lang="en-US" dirty="0"/>
              <a:t>Digital Stickers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AB11C1B-0C99-3EBC-85B0-D05FA8E752C3}"/>
              </a:ext>
            </a:extLst>
          </p:cNvPr>
          <p:cNvSpPr txBox="1">
            <a:spLocks/>
          </p:cNvSpPr>
          <p:nvPr/>
        </p:nvSpPr>
        <p:spPr>
          <a:xfrm>
            <a:off x="5888510" y="582422"/>
            <a:ext cx="5148458" cy="10536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D1C1D"/>
                </a:solidFill>
                <a:effectLst/>
                <a:latin typeface="IBM Plex Sans" panose="020B0503050203000203" pitchFamily="34" charset="0"/>
              </a:rPr>
              <a:t>These digital stickers can be used to add small visual elements to presentation content.  The 202</a:t>
            </a:r>
            <a:r>
              <a:rPr lang="en-US" altLang="ko-KR" sz="1400" dirty="0">
                <a:solidFill>
                  <a:srgbClr val="1D1C1D"/>
                </a:solidFill>
                <a:effectLst/>
                <a:latin typeface="IBM Plex Sans" panose="020B0503050203000203" pitchFamily="34" charset="0"/>
              </a:rPr>
              <a:t>6</a:t>
            </a:r>
            <a:r>
              <a:rPr lang="en-US" sz="1400" dirty="0">
                <a:solidFill>
                  <a:srgbClr val="1D1C1D"/>
                </a:solidFill>
                <a:effectLst/>
                <a:latin typeface="IBM Plex Sans" panose="020B0503050203000203" pitchFamily="34" charset="0"/>
              </a:rPr>
              <a:t> badge is the primary mark if a small element is needed to denote </a:t>
            </a:r>
            <a:r>
              <a:rPr lang="en-US" sz="1400" dirty="0">
                <a:solidFill>
                  <a:srgbClr val="1D1C1D"/>
                </a:solidFill>
                <a:latin typeface="IBM Plex Sans" panose="020B0503050203000203" pitchFamily="34" charset="0"/>
              </a:rPr>
              <a:t>Fall Fest </a:t>
            </a:r>
            <a:r>
              <a:rPr lang="en-US" sz="1400" dirty="0">
                <a:solidFill>
                  <a:srgbClr val="1D1C1D"/>
                </a:solidFill>
                <a:effectLst/>
                <a:latin typeface="IBM Plex Sans" panose="020B0503050203000203" pitchFamily="34" charset="0"/>
              </a:rPr>
              <a:t>content. </a:t>
            </a:r>
            <a:endParaRPr lang="en-US" sz="1400" kern="0" dirty="0">
              <a:latin typeface="IBM Plex Sans" panose="020B0503050203000203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4FEB166-FD0E-3144-E09B-015196F9E31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</a:t>
            </a:r>
            <a:r>
              <a:rPr lang="en-US" altLang="ko-KR" dirty="0"/>
              <a:t>6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8A0F6D6-BA76-7DB8-2A5B-213BD6F92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D3B1EE6C-934B-6E51-8F71-2B070CC827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42752" y="10796537"/>
            <a:ext cx="1555858" cy="1555858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7C5B4D54-6DDC-432B-0A9A-C38F029292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59297" y="10752981"/>
            <a:ext cx="1635423" cy="1635423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47707B2D-55EF-2516-B25B-C76AC87185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53425" y="10796537"/>
            <a:ext cx="1555858" cy="155585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AA680F77-222C-CCC1-7B70-937C77CB8E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8037525" y="7418817"/>
            <a:ext cx="2375041" cy="729944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D071F172-BC81-F6DB-A026-6A755F22AF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59037" y="3365295"/>
            <a:ext cx="1689195" cy="662429"/>
          </a:xfrm>
          <a:prstGeom prst="rect">
            <a:avLst/>
          </a:prstGeom>
        </p:spPr>
      </p:pic>
      <p:sp>
        <p:nvSpPr>
          <p:cNvPr id="149" name="TextBox 148">
            <a:extLst>
              <a:ext uri="{FF2B5EF4-FFF2-40B4-BE49-F238E27FC236}">
                <a16:creationId xmlns:a16="http://schemas.microsoft.com/office/drawing/2014/main" id="{2849D91F-3832-2240-7714-3AA80EB96BA0}"/>
              </a:ext>
            </a:extLst>
          </p:cNvPr>
          <p:cNvSpPr txBox="1"/>
          <p:nvPr/>
        </p:nvSpPr>
        <p:spPr>
          <a:xfrm>
            <a:off x="8940400" y="6970375"/>
            <a:ext cx="41833" cy="41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51" name="Title 1">
            <a:extLst>
              <a:ext uri="{FF2B5EF4-FFF2-40B4-BE49-F238E27FC236}">
                <a16:creationId xmlns:a16="http://schemas.microsoft.com/office/drawing/2014/main" id="{5DDB9A78-266D-ABC0-D16F-FF211523EE3D}"/>
              </a:ext>
            </a:extLst>
          </p:cNvPr>
          <p:cNvSpPr txBox="1">
            <a:spLocks/>
          </p:cNvSpPr>
          <p:nvPr/>
        </p:nvSpPr>
        <p:spPr>
          <a:xfrm>
            <a:off x="725488" y="2613358"/>
            <a:ext cx="4949825" cy="75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D1C1D"/>
                </a:solidFill>
                <a:effectLst/>
                <a:latin typeface="IBM Plex Sans" panose="020B0503050203000203" pitchFamily="34" charset="0"/>
              </a:rPr>
              <a:t>Summer School 202</a:t>
            </a:r>
            <a:r>
              <a:rPr lang="en-US" altLang="ko-KR" sz="1400" dirty="0">
                <a:solidFill>
                  <a:srgbClr val="1D1C1D"/>
                </a:solidFill>
                <a:effectLst/>
                <a:latin typeface="IBM Plex Sans" panose="020B0503050203000203" pitchFamily="34" charset="0"/>
              </a:rPr>
              <a:t>6</a:t>
            </a:r>
            <a:r>
              <a:rPr lang="en-US" sz="1400" dirty="0">
                <a:solidFill>
                  <a:srgbClr val="1D1C1D"/>
                </a:solidFill>
                <a:effectLst/>
                <a:latin typeface="IBM Plex Sans" panose="020B0503050203000203" pitchFamily="34" charset="0"/>
              </a:rPr>
              <a:t> Badge</a:t>
            </a:r>
            <a:endParaRPr lang="en-US" sz="1400" kern="0" dirty="0">
              <a:latin typeface="IBM Plex Sans" panose="020B0503050203000203" pitchFamily="34" charset="0"/>
            </a:endParaRP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3A4A9B60-7A54-84CF-97BF-53823B428634}"/>
              </a:ext>
            </a:extLst>
          </p:cNvPr>
          <p:cNvCxnSpPr>
            <a:cxnSpLocks/>
          </p:cNvCxnSpPr>
          <p:nvPr/>
        </p:nvCxnSpPr>
        <p:spPr bwMode="auto">
          <a:xfrm>
            <a:off x="4890974" y="2613358"/>
            <a:ext cx="0" cy="9383380"/>
          </a:xfrm>
          <a:prstGeom prst="line">
            <a:avLst/>
          </a:prstGeom>
          <a:ln w="12700">
            <a:solidFill>
              <a:srgbClr val="8D8D8D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itle 1">
            <a:extLst>
              <a:ext uri="{FF2B5EF4-FFF2-40B4-BE49-F238E27FC236}">
                <a16:creationId xmlns:a16="http://schemas.microsoft.com/office/drawing/2014/main" id="{08A69776-29DB-AFB5-DD8E-0C9E5C217DB5}"/>
              </a:ext>
            </a:extLst>
          </p:cNvPr>
          <p:cNvSpPr txBox="1">
            <a:spLocks/>
          </p:cNvSpPr>
          <p:nvPr/>
        </p:nvSpPr>
        <p:spPr>
          <a:xfrm>
            <a:off x="5880771" y="2613358"/>
            <a:ext cx="4949825" cy="751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D1C1D"/>
                </a:solidFill>
                <a:effectLst/>
                <a:latin typeface="IBM Plex Sans" panose="020B0503050203000203" pitchFamily="34" charset="0"/>
              </a:rPr>
              <a:t>Additional Digital Stickers</a:t>
            </a:r>
            <a:endParaRPr lang="en-US" sz="1400" kern="0" dirty="0">
              <a:latin typeface="IBM Plex Sans" panose="020B0503050203000203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A60E5AE-5C76-A4D9-04E6-C62C3FEC4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806814" y="4310994"/>
            <a:ext cx="2159643" cy="644669"/>
          </a:xfrm>
          <a:prstGeom prst="rect">
            <a:avLst/>
          </a:prstGeom>
        </p:spPr>
      </p:pic>
      <p:pic>
        <p:nvPicPr>
          <p:cNvPr id="22" name="Picture 21" descr="A pink background with black letters&#10;&#10;Description automatically generated">
            <a:extLst>
              <a:ext uri="{FF2B5EF4-FFF2-40B4-BE49-F238E27FC236}">
                <a16:creationId xmlns:a16="http://schemas.microsoft.com/office/drawing/2014/main" id="{ECD49DDA-4E99-2645-0B77-671F6DD5FFC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85558" y="3360365"/>
            <a:ext cx="2159646" cy="65272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B205558-7527-5E38-7801-EB596DB9F4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096903" y="6348525"/>
            <a:ext cx="2371622" cy="72889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3863000-7C3A-6928-55EA-103D0A87B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5850935" y="6356379"/>
            <a:ext cx="1990928" cy="721039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8C3F15B-F2A7-CBA8-6549-758B97272D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5850935" y="7427725"/>
            <a:ext cx="1990920" cy="72103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E2CAA9D4-503D-7E45-51DD-311DD6C90B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5880770" y="4346758"/>
            <a:ext cx="1712885" cy="671719"/>
          </a:xfrm>
          <a:prstGeom prst="rect">
            <a:avLst/>
          </a:prstGeom>
        </p:spPr>
      </p:pic>
      <p:pic>
        <p:nvPicPr>
          <p:cNvPr id="3" name="Picture 43">
            <a:extLst>
              <a:ext uri="{FF2B5EF4-FFF2-40B4-BE49-F238E27FC236}">
                <a16:creationId xmlns:a16="http://schemas.microsoft.com/office/drawing/2014/main" id="{5D4F5898-1157-CB1A-7C70-DE16AAA196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5858157" y="8472973"/>
            <a:ext cx="4215487" cy="728902"/>
          </a:xfrm>
          <a:prstGeom prst="rect">
            <a:avLst/>
          </a:prstGeom>
        </p:spPr>
      </p:pic>
      <p:pic>
        <p:nvPicPr>
          <p:cNvPr id="4" name="Picture 43">
            <a:extLst>
              <a:ext uri="{FF2B5EF4-FFF2-40B4-BE49-F238E27FC236}">
                <a16:creationId xmlns:a16="http://schemas.microsoft.com/office/drawing/2014/main" id="{45B762A5-CB50-8053-FC2D-3AA29FB8D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5858159" y="9525000"/>
            <a:ext cx="4215483" cy="7289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FF9558-33DC-F249-B5A7-50FF3FCEE83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103610" y="6727276"/>
            <a:ext cx="3021423" cy="259708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B02C940-1D91-8488-BD26-0B5FCBA77DB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0145560" y="9793686"/>
            <a:ext cx="3021423" cy="191859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EC3F3B4-DA87-5729-DE59-2E1C4FD0D87E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9981998" y="2794357"/>
            <a:ext cx="2917598" cy="303327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546CDC8-1200-2C34-432C-0A750F2633E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153442" y="968101"/>
            <a:ext cx="4949824" cy="133598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14A2D27-DB4B-ED49-9D68-009DDFB2961B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054086" y="982814"/>
            <a:ext cx="4362448" cy="138052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1D847E4-FCAD-85F6-41C0-AFC6DE9E963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833718" y="3118050"/>
            <a:ext cx="2672679" cy="1468324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02988D8-6322-366C-77CA-F3FE98AEF3E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054086" y="3166184"/>
            <a:ext cx="2117987" cy="1506124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D78ACFB-F7A7-E731-CEFB-FC603C2F1F6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52251" y="5396444"/>
            <a:ext cx="1296469" cy="6646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70CEE23-30D5-22E8-67BB-F1E932F03FF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6089331" y="5461007"/>
            <a:ext cx="2917597" cy="291759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6E52758E-2D5C-A9D9-905D-93F82CB1E6C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889442" y="5461006"/>
            <a:ext cx="2917598" cy="291759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87AA145A-95A4-C57A-7873-D2D767DD6EA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6089331" y="8944893"/>
            <a:ext cx="2917598" cy="2917597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3F177CB-288C-4D57-5770-EAE843AF819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850827" y="8944893"/>
            <a:ext cx="2917598" cy="2917597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297A0897-5D01-651D-3EBA-7621E9AD3379}"/>
              </a:ext>
            </a:extLst>
          </p:cNvPr>
          <p:cNvSpPr txBox="1"/>
          <p:nvPr/>
        </p:nvSpPr>
        <p:spPr>
          <a:xfrm>
            <a:off x="25491688" y="1538868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C68EB5-D931-49E0-2097-B6760ADB34FA}"/>
              </a:ext>
            </a:extLst>
          </p:cNvPr>
          <p:cNvSpPr txBox="1"/>
          <p:nvPr/>
        </p:nvSpPr>
        <p:spPr>
          <a:xfrm>
            <a:off x="20116800" y="2051824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ED87900-6E4F-6CED-9E78-C9247499A583}"/>
              </a:ext>
            </a:extLst>
          </p:cNvPr>
          <p:cNvSpPr txBox="1"/>
          <p:nvPr/>
        </p:nvSpPr>
        <p:spPr>
          <a:xfrm>
            <a:off x="11446446" y="5907419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17137620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Quantum_Presentation_Template_Plex_Embed" id="{E751D091-48B7-B947-A3EB-61D5938A941E}" vid="{BBD60A32-9C2D-5B41-BB36-F4AA98EC1F0C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2792</TotalTime>
  <Words>1224</Words>
  <Application>Microsoft Macintosh PowerPoint</Application>
  <PresentationFormat>Custom</PresentationFormat>
  <Paragraphs>107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IBM Plex Mono</vt:lpstr>
      <vt:lpstr>IBM Plex Sans</vt:lpstr>
      <vt:lpstr>IBM Plex Sans ExtLt</vt:lpstr>
      <vt:lpstr>IBM Plex Sans Light</vt:lpstr>
      <vt:lpstr>IBM Plex Sans Medm</vt:lpstr>
      <vt:lpstr>IBM Plex Sans SmBld</vt:lpstr>
      <vt:lpstr>IBM presentation template</vt:lpstr>
      <vt:lpstr>Templates  Sample layouts</vt:lpstr>
      <vt:lpstr>86pt, 1–2 lines, sentence case </vt:lpstr>
      <vt:lpstr>86pt, 1–2 lines, sentence case </vt:lpstr>
      <vt:lpstr>64/86pt section divider, 3 lines maximum</vt:lpstr>
      <vt:lpstr>64/86pt section divider, 3 lines maximum</vt:lpstr>
      <vt:lpstr>172pt Go  simple and big  if possible</vt:lpstr>
      <vt:lpstr>172pt Go  simple and big  if possible</vt:lpstr>
      <vt:lpstr>172pt Go  simple and big  if possible</vt:lpstr>
      <vt:lpstr>PowerPoint Presentation</vt:lpstr>
      <vt:lpstr>28/36/44pt headline,  5 lines maximum, sentence case</vt:lpstr>
      <vt:lpstr>64/86pt headline, 3 lines maximum, sentence case</vt:lpstr>
      <vt:lpstr>64/86pt headline, 3 lines maximum, sentence case</vt:lpstr>
      <vt:lpstr>64/86pt headline, 3 lines maximum, sentence case</vt:lpstr>
      <vt:lpstr>64/86pt headline, 3 lines maximum, sentence case</vt:lpstr>
      <vt:lpstr>28/36/44pt headline, 3 lines maximum, sentence case</vt:lpstr>
      <vt:lpstr>PowerPoint Presentation</vt:lpstr>
      <vt:lpstr>Digital Stickers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Templates  Sample layouts</dc:title>
  <dc:subject/>
  <dc:creator>NATALIE TAYLOR</dc:creator>
  <cp:keywords/>
  <dc:description/>
  <cp:lastModifiedBy>Donna Kang</cp:lastModifiedBy>
  <cp:revision>13</cp:revision>
  <cp:lastPrinted>2019-04-25T15:14:05Z</cp:lastPrinted>
  <dcterms:created xsi:type="dcterms:W3CDTF">2024-04-30T19:03:56Z</dcterms:created>
  <dcterms:modified xsi:type="dcterms:W3CDTF">2026-06-05T19:56:32Z</dcterms:modified>
  <cp:category/>
</cp:coreProperties>
</file>